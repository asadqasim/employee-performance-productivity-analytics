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 sz="1300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 sz="1300"/>
        </a:p>
      </dgm:t>
    </dgm:pt>
    <dgm:pt modelId="{D471E45F-B026-44AA-9616-57E786AE80AF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1300" dirty="0"/>
            <a:t>Company study, domain understanding, problem identification, objective formulation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 sz="1300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 sz="1300"/>
        </a:p>
      </dgm:t>
    </dgm:pt>
    <dgm:pt modelId="{7B3055AA-BF7C-46D0-9A9E-60087B9F57B4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 sz="1300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 sz="1300"/>
        </a:p>
      </dgm:t>
    </dgm:pt>
    <dgm:pt modelId="{9FED87C4-3F3B-4A18-9185-9F80CFEDEA2E}">
      <dgm:prSet phldrT="[Text]" custT="1"/>
      <dgm:spPr/>
      <dgm:t>
        <a:bodyPr/>
        <a:lstStyle/>
        <a:p>
          <a:pPr algn="l"/>
          <a:r>
            <a:rPr lang="en-US" sz="1300" dirty="0"/>
            <a:t>Dataset creation, literature review, system design, architecture and feasibility study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 sz="1300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 sz="1300"/>
        </a:p>
      </dgm:t>
    </dgm:pt>
    <dgm:pt modelId="{A59EC69B-8F3F-425B-819F-E8C557946AEE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 sz="1300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 sz="1300"/>
        </a:p>
      </dgm:t>
    </dgm:pt>
    <dgm:pt modelId="{73DB572E-062D-41AD-8033-D361B8E583DB}">
      <dgm:prSet phldrT="[Text]" custT="1"/>
      <dgm:spPr/>
      <dgm:t>
        <a:bodyPr/>
        <a:lstStyle/>
        <a:p>
          <a:pPr algn="l"/>
          <a:r>
            <a:rPr lang="en-US" sz="1300" dirty="0"/>
            <a:t>Data preprocessing, exploratory data analysis, initial ML model implementation (50%)</a:t>
          </a:r>
          <a:endParaRPr lang="en-US" sz="13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 sz="1300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 sz="1300"/>
        </a:p>
      </dgm:t>
    </dgm:pt>
    <dgm:pt modelId="{5E92505A-51E0-4F78-B3C5-704ACF8710DE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 sz="1300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 sz="1300"/>
        </a:p>
      </dgm:t>
    </dgm:pt>
    <dgm:pt modelId="{65C051F6-A849-4495-A964-CD4C650B9C06}">
      <dgm:prSet phldrT="[Text]" custT="1"/>
      <dgm:spPr/>
      <dgm:t>
        <a:bodyPr/>
        <a:lstStyle/>
        <a:p>
          <a:r>
            <a:rPr lang="en-US" sz="13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 sz="1300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 sz="1300"/>
        </a:p>
      </dgm:t>
    </dgm:pt>
    <dgm:pt modelId="{33BB3396-291C-8143-A5CA-3CF20B561A80}">
      <dgm:prSet custT="1"/>
      <dgm:spPr/>
      <dgm:t>
        <a:bodyPr/>
        <a:lstStyle/>
        <a:p>
          <a:pPr algn="l"/>
          <a:r>
            <a:rPr lang="en-US" sz="1300" dirty="0"/>
            <a:t>Complete ML model, visualization dashboard, performance evaluation</a:t>
          </a:r>
        </a:p>
      </dgm:t>
    </dgm:pt>
    <dgm:pt modelId="{0750241C-04A6-B24A-B13B-C6616F945C8C}" type="parTrans" cxnId="{7461B36B-B75A-F847-92C1-2CF0058AA272}">
      <dgm:prSet/>
      <dgm:spPr/>
      <dgm:t>
        <a:bodyPr/>
        <a:lstStyle/>
        <a:p>
          <a:endParaRPr lang="en-US" sz="1300"/>
        </a:p>
      </dgm:t>
    </dgm:pt>
    <dgm:pt modelId="{B671B0EF-D6FB-1C45-8878-96125082B2A5}" type="sibTrans" cxnId="{7461B36B-B75A-F847-92C1-2CF0058AA272}">
      <dgm:prSet/>
      <dgm:spPr/>
      <dgm:t>
        <a:bodyPr/>
        <a:lstStyle/>
        <a:p>
          <a:endParaRPr lang="en-US" sz="1300"/>
        </a:p>
      </dgm:t>
    </dgm:pt>
    <dgm:pt modelId="{CFE99440-0F14-FF4C-A28E-6EECC0FF0A4E}">
      <dgm:prSet/>
      <dgm:spPr/>
      <dgm:t>
        <a:bodyPr/>
        <a:lstStyle/>
        <a:p>
          <a:pPr algn="l">
            <a:buNone/>
          </a:pPr>
          <a:r>
            <a:rPr lang="en-US" dirty="0"/>
            <a:t>Final demo, report submission, GitHub repository, SDG mapping</a:t>
          </a:r>
        </a:p>
      </dgm:t>
    </dgm:pt>
    <dgm:pt modelId="{40F3E6F6-294B-A447-B3FC-C5B361183E89}" type="parTrans" cxnId="{66AD5CC4-7314-9449-AC31-9031BC682E3D}">
      <dgm:prSet/>
      <dgm:spPr/>
      <dgm:t>
        <a:bodyPr/>
        <a:lstStyle/>
        <a:p>
          <a:endParaRPr lang="en-US"/>
        </a:p>
      </dgm:t>
    </dgm:pt>
    <dgm:pt modelId="{63A8BAAC-1192-C44F-936C-BAD3C5D6BAC5}" type="sibTrans" cxnId="{66AD5CC4-7314-9449-AC31-9031BC682E3D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944F243B-E5D8-CE4B-A6E8-472D520FE695}" type="presOf" srcId="{33BB3396-291C-8143-A5CA-3CF20B561A80}" destId="{98225A61-A0EC-450A-BED8-EF2E47E8FD18}" srcOrd="1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CED46D5E-57AA-6F49-8BA5-29389C453B6D}" type="presOf" srcId="{33BB3396-291C-8143-A5CA-3CF20B561A80}" destId="{FC0F1314-3294-4A8C-8DCE-EB53E236164C}" srcOrd="0" destOrd="0" presId="urn:microsoft.com/office/officeart/2011/layout/InterconnectedBlockProcess"/>
    <dgm:cxn modelId="{7461B36B-B75A-F847-92C1-2CF0058AA272}" srcId="{5E92505A-51E0-4F78-B3C5-704ACF8710DE}" destId="{33BB3396-291C-8143-A5CA-3CF20B561A80}" srcOrd="0" destOrd="0" parTransId="{0750241C-04A6-B24A-B13B-C6616F945C8C}" sibTransId="{B671B0EF-D6FB-1C45-8878-96125082B2A5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D7E7286-702E-4C4D-87D2-8B59F897F976}" type="presOf" srcId="{CFE99440-0F14-FF4C-A28E-6EECC0FF0A4E}" destId="{8CAE5A4D-0C7B-48A6-917B-0B8433D0574B}" srcOrd="0" destOrd="0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D67E8C9C-4034-E743-B9E3-A816397E8875}" type="presOf" srcId="{CFE99440-0F14-FF4C-A28E-6EECC0FF0A4E}" destId="{928B615F-0F8D-4140-A638-0FBB8F5BF1E9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66AD5CC4-7314-9449-AC31-9031BC682E3D}" srcId="{65C051F6-A849-4495-A964-CD4C650B9C06}" destId="{CFE99440-0F14-FF4C-A28E-6EECC0FF0A4E}" srcOrd="0" destOrd="0" parTransId="{40F3E6F6-294B-A447-B3FC-C5B361183E89}" sibTransId="{63A8BAAC-1192-C44F-936C-BAD3C5D6BAC5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8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Final demo, report submission, GitHub repository, SDG mapping</a:t>
          </a:r>
        </a:p>
      </dsp:txBody>
      <dsp:txXfrm>
        <a:off x="7335949" y="811638"/>
        <a:ext cx="1116055" cy="3246555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8"/>
      </dsp:txXfrm>
    </dsp:sp>
    <dsp:sp modelId="{FC0F1314-3294-4A8C-8DCE-EB53E236164C}">
      <dsp:nvSpPr>
        <dsp:cNvPr id="0" name=""/>
        <dsp:cNvSpPr/>
      </dsp:nvSpPr>
      <dsp:spPr>
        <a:xfrm>
          <a:off x="5898557" y="811638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Complete ML model, visualization dashboard, performance evaluation</a:t>
          </a:r>
        </a:p>
      </dsp:txBody>
      <dsp:txXfrm>
        <a:off x="6060823" y="811638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8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3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 preprocessing, exploratory data analysis, initial ML model implementation (50%)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8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Dataset creation, literature review, system design, architecture and feasibility study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8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5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 dirty="0"/>
            <a:t>Company study, domain understanding, problem identification, objective formulation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8"/>
        <a:ext cx="1116055" cy="2434916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12/01/2026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12/01/26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adQasim/Employee-Performance-Productivity-Analytics/tree/mai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Dumpa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la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Shwetha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– Computer Science &amp; Engineering (Data Science)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Pravinth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Nisha Robin Rohit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Employee Performance &amp; Productivity Analytics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63988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Asad Qasim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20221CSD0074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8CSD-02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r>
              <a:rPr lang="en-US" sz="2400" dirty="0"/>
              <a:t>Employee-Based Systems is a software and IT services company.</a:t>
            </a:r>
          </a:p>
          <a:p>
            <a:r>
              <a:rPr lang="en-US" sz="2400" dirty="0"/>
              <a:t>The company focuses on developing web-based and enterprise software solutions.</a:t>
            </a:r>
          </a:p>
          <a:p>
            <a:r>
              <a:rPr lang="en-US" sz="2400" dirty="0"/>
              <a:t>It works on modern technologies such as web development, .NET, and software systems.</a:t>
            </a:r>
          </a:p>
          <a:p>
            <a:r>
              <a:rPr lang="en-US" sz="2400" dirty="0"/>
              <a:t>The organization aims to deliver reliable, scalable, and efficient software solutions to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EB86-EABE-23F8-49F1-DAE73E07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D17B-A3F0-9BD3-5372-CE42875D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A85D-0D82-6E2C-C3A3-4F151C728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Products and Services</a:t>
            </a:r>
          </a:p>
          <a:p>
            <a:r>
              <a:rPr lang="en-US" sz="2400" dirty="0"/>
              <a:t>Web application development</a:t>
            </a:r>
          </a:p>
          <a:p>
            <a:r>
              <a:rPr lang="en-US" sz="2400" dirty="0"/>
              <a:t>Enterprise software solutions</a:t>
            </a:r>
          </a:p>
          <a:p>
            <a:r>
              <a:rPr lang="en-US" sz="2400" dirty="0"/>
              <a:t>Application maintenance and support</a:t>
            </a:r>
          </a:p>
          <a:p>
            <a:r>
              <a:rPr lang="en-US" sz="2400" dirty="0"/>
              <a:t>Customized software solutions based on client requirements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Clients</a:t>
            </a:r>
          </a:p>
          <a:p>
            <a:r>
              <a:rPr lang="en-US" sz="2400" dirty="0"/>
              <a:t>Small and medium-scale businesses</a:t>
            </a:r>
          </a:p>
          <a:p>
            <a:r>
              <a:rPr lang="en-US" sz="2400" dirty="0"/>
              <a:t>Organizations requiring employee-centric and internal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A123-3464-24CA-C311-D6329520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0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E957-2B11-B005-357C-E87EB610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42A0-7F08-71EC-4B08-68167BDF7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097C2-74A0-DAF8-CDA9-C77A1D38B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Company Vision and Work Culture</a:t>
            </a:r>
          </a:p>
          <a:p>
            <a:r>
              <a:rPr lang="en-US" sz="2400" dirty="0"/>
              <a:t>Focus on practical problem-solving using technology</a:t>
            </a:r>
          </a:p>
          <a:p>
            <a:r>
              <a:rPr lang="en-US" sz="2400" dirty="0"/>
              <a:t>Emphasis on quality, efficiency, and timely delivery</a:t>
            </a:r>
          </a:p>
          <a:p>
            <a:r>
              <a:rPr lang="en-US" sz="2400" dirty="0"/>
              <a:t>Encourages learning and hands-on experience for interns</a:t>
            </a:r>
          </a:p>
          <a:p>
            <a:r>
              <a:rPr lang="en-US" sz="2400" dirty="0"/>
              <a:t>Supports innovation and continuous improvement in software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8356B-DE36-B6CC-5FC9-F39F1830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34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1305"/>
            <a:ext cx="10515600" cy="91306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29"/>
            <a:ext cx="10515600" cy="41975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Working Domain: Data Science in Enterprise Software Systems</a:t>
            </a:r>
          </a:p>
          <a:p>
            <a:r>
              <a:rPr lang="en-US" sz="2400" dirty="0"/>
              <a:t>Application of data analytics and machine learning to employee-related systems</a:t>
            </a:r>
          </a:p>
          <a:p>
            <a:r>
              <a:rPr lang="en-US" sz="2400" dirty="0"/>
              <a:t>Use of historical data to generate insights and predictions</a:t>
            </a:r>
          </a:p>
          <a:p>
            <a:r>
              <a:rPr lang="en-US" sz="2400" dirty="0"/>
              <a:t>Integration of analytics into software decision-making processes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Technologies Used</a:t>
            </a:r>
          </a:p>
          <a:p>
            <a:r>
              <a:rPr lang="en-US" sz="2400" dirty="0"/>
              <a:t>Python</a:t>
            </a:r>
          </a:p>
          <a:p>
            <a:r>
              <a:rPr lang="en-US" sz="2400" dirty="0"/>
              <a:t>Pandas and NumPy for data processing</a:t>
            </a:r>
          </a:p>
          <a:p>
            <a:r>
              <a:rPr lang="en-US" sz="2400" dirty="0"/>
              <a:t>Matplotlib / Seaborn for visualization</a:t>
            </a:r>
          </a:p>
          <a:p>
            <a:r>
              <a:rPr lang="en-US" sz="2400" dirty="0"/>
              <a:t>Scikit-learn for machine learning models</a:t>
            </a:r>
          </a:p>
          <a:p>
            <a:r>
              <a:rPr lang="en-US" sz="2400" dirty="0"/>
              <a:t>CSV / Excel datasets for analysis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Team Structure</a:t>
            </a:r>
          </a:p>
          <a:p>
            <a:r>
              <a:rPr lang="en-US" sz="2400" dirty="0"/>
              <a:t>Intern (Data Science) – Individual Internship</a:t>
            </a:r>
          </a:p>
          <a:p>
            <a:r>
              <a:rPr lang="en-US" sz="2400" dirty="0"/>
              <a:t>Guided by company mentor and college supervisor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Reporting Manager</a:t>
            </a:r>
          </a:p>
          <a:p>
            <a:r>
              <a:rPr lang="en-US" sz="2400" dirty="0"/>
              <a:t>Reporting directly to the company mentor</a:t>
            </a:r>
          </a:p>
          <a:p>
            <a:r>
              <a:rPr lang="en-US" sz="2400" dirty="0"/>
              <a:t>Regular updates and reviews on project progress</a:t>
            </a:r>
          </a:p>
          <a:p>
            <a:r>
              <a:rPr lang="en-US" sz="2400" dirty="0"/>
              <a:t>Guidance provided on understanding company workflow and expectations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/>
              <a:t>Understanding real-world company workflows</a:t>
            </a:r>
          </a:p>
          <a:p>
            <a:r>
              <a:rPr lang="en-US" sz="2400" dirty="0"/>
              <a:t>Mapping data science concepts to a software-based company</a:t>
            </a:r>
          </a:p>
          <a:p>
            <a:r>
              <a:rPr lang="en-US" sz="2400" dirty="0"/>
              <a:t>Designing a project that aligns with both company goals and academic requirements</a:t>
            </a:r>
          </a:p>
          <a:p>
            <a:r>
              <a:rPr lang="en-US" sz="2400" dirty="0"/>
              <a:t>Structuring realistic datasets for analysis</a:t>
            </a:r>
          </a:p>
          <a:p>
            <a:r>
              <a:rPr lang="en-US" sz="2400" dirty="0"/>
              <a:t>Balancing internship work with academic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Primary Objectives</a:t>
            </a:r>
          </a:p>
          <a:p>
            <a:r>
              <a:rPr lang="en-US" sz="2400" dirty="0"/>
              <a:t>To analyze employee task and productivity data</a:t>
            </a:r>
          </a:p>
          <a:p>
            <a:r>
              <a:rPr lang="en-US" sz="2400" dirty="0"/>
              <a:t>To generate performance metrics using data analytics</a:t>
            </a:r>
          </a:p>
          <a:p>
            <a:r>
              <a:rPr lang="en-US" sz="2400" dirty="0"/>
              <a:t>To identify productivity trends and bottlenecks</a:t>
            </a:r>
          </a:p>
          <a:p>
            <a:r>
              <a:rPr lang="en-US" sz="2400" dirty="0"/>
              <a:t>To build a simple machine learning model to predict performance levels</a:t>
            </a:r>
          </a:p>
          <a:p>
            <a:r>
              <a:rPr lang="en-US" sz="2400" dirty="0"/>
              <a:t>To present insights using visualizations for decision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1783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https://github.com/AsadQasim</a:t>
            </a:r>
            <a:r>
              <a:rPr lang="en-US">
                <a:hlinkClick r:id="rId2"/>
              </a:rPr>
              <a:t>/Employee-Performance-Productivity-Analytics/tree/main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7146</TotalTime>
  <Words>569</Words>
  <Application>Microsoft Macintosh PowerPoint</Application>
  <PresentationFormat>Widescreen</PresentationFormat>
  <Paragraphs>106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SYED ASAD QASIM</cp:lastModifiedBy>
  <cp:revision>725</cp:revision>
  <dcterms:created xsi:type="dcterms:W3CDTF">2022-10-14T07:18:17Z</dcterms:created>
  <dcterms:modified xsi:type="dcterms:W3CDTF">2026-01-12T09:53:23Z</dcterms:modified>
</cp:coreProperties>
</file>